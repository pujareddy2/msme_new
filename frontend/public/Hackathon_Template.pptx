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35249-B828-4B8B-B755-EFFDD2F37B8B}" v="26" dt="2026-03-05T06:00:52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3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ANSARI SHAIK MOHAMMAD" userId="06e0153983daf652" providerId="LiveId" clId="{23D7EDC8-956A-4F76-86F7-978E28AA4E82}"/>
    <pc:docChg chg="undo redo custSel modSld">
      <pc:chgData name="AKHIL ANSARI SHAIK MOHAMMAD" userId="06e0153983daf652" providerId="LiveId" clId="{23D7EDC8-956A-4F76-86F7-978E28AA4E82}" dt="2026-03-05T06:01:30.722" v="104" actId="1076"/>
      <pc:docMkLst>
        <pc:docMk/>
      </pc:docMkLst>
      <pc:sldChg chg="addSp delSp modSp mod">
        <pc:chgData name="AKHIL ANSARI SHAIK MOHAMMAD" userId="06e0153983daf652" providerId="LiveId" clId="{23D7EDC8-956A-4F76-86F7-978E28AA4E82}" dt="2026-03-05T05:59:59.274" v="89" actId="20577"/>
        <pc:sldMkLst>
          <pc:docMk/>
          <pc:sldMk cId="0" sldId="281"/>
        </pc:sldMkLst>
        <pc:spChg chg="mod">
          <ac:chgData name="AKHIL ANSARI SHAIK MOHAMMAD" userId="06e0153983daf652" providerId="LiveId" clId="{23D7EDC8-956A-4F76-86F7-978E28AA4E82}" dt="2026-03-05T05:59:59.274" v="89" actId="20577"/>
          <ac:spMkLst>
            <pc:docMk/>
            <pc:sldMk cId="0" sldId="281"/>
            <ac:spMk id="7" creationId="{00000000-0000-0000-0000-000000000000}"/>
          </ac:spMkLst>
        </pc:spChg>
        <pc:picChg chg="add mod">
          <ac:chgData name="AKHIL ANSARI SHAIK MOHAMMAD" userId="06e0153983daf652" providerId="LiveId" clId="{23D7EDC8-956A-4F76-86F7-978E28AA4E82}" dt="2026-03-05T05:50:23.793" v="30" actId="1076"/>
          <ac:picMkLst>
            <pc:docMk/>
            <pc:sldMk cId="0" sldId="281"/>
            <ac:picMk id="2" creationId="{41244837-90AF-16D6-1B40-40D3E3037EE8}"/>
          </ac:picMkLst>
        </pc:picChg>
        <pc:picChg chg="del">
          <ac:chgData name="AKHIL ANSARI SHAIK MOHAMMAD" userId="06e0153983daf652" providerId="LiveId" clId="{23D7EDC8-956A-4F76-86F7-978E28AA4E82}" dt="2026-03-05T05:49:59.680" v="24" actId="21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6:00:20.166" v="91"/>
        <pc:sldMkLst>
          <pc:docMk/>
          <pc:sldMk cId="0" sldId="290"/>
        </pc:sldMkLst>
        <pc:spChg chg="mod">
          <ac:chgData name="AKHIL ANSARI SHAIK MOHAMMAD" userId="06e0153983daf652" providerId="LiveId" clId="{23D7EDC8-956A-4F76-86F7-978E28AA4E82}" dt="2026-03-05T06:00:20.166" v="91"/>
          <ac:spMkLst>
            <pc:docMk/>
            <pc:sldMk cId="0" sldId="290"/>
            <ac:spMk id="7" creationId="{00000000-0000-0000-0000-000000000000}"/>
          </ac:spMkLst>
        </pc:spChg>
        <pc:picChg chg="add">
          <ac:chgData name="AKHIL ANSARI SHAIK MOHAMMAD" userId="06e0153983daf652" providerId="LiveId" clId="{23D7EDC8-956A-4F76-86F7-978E28AA4E82}" dt="2026-03-05T05:50:15.794" v="27"/>
          <ac:picMkLst>
            <pc:docMk/>
            <pc:sldMk cId="0" sldId="290"/>
            <ac:picMk id="2" creationId="{6C052E62-EBBA-16B7-D7BE-E8550186E185}"/>
          </ac:picMkLst>
        </pc:picChg>
        <pc:picChg chg="add mod">
          <ac:chgData name="AKHIL ANSARI SHAIK MOHAMMAD" userId="06e0153983daf652" providerId="LiveId" clId="{23D7EDC8-956A-4F76-86F7-978E28AA4E82}" dt="2026-03-05T05:50:53.701" v="34" actId="1076"/>
          <ac:picMkLst>
            <pc:docMk/>
            <pc:sldMk cId="0" sldId="290"/>
            <ac:picMk id="3" creationId="{B75FA1B0-FF91-4483-D431-91D0F027A0C0}"/>
          </ac:picMkLst>
        </pc:picChg>
        <pc:picChg chg="add del">
          <ac:chgData name="AKHIL ANSARI SHAIK MOHAMMAD" userId="06e0153983daf652" providerId="LiveId" clId="{23D7EDC8-956A-4F76-86F7-978E28AA4E82}" dt="2026-03-05T05:50:40.980" v="32" actId="21"/>
          <ac:picMkLst>
            <pc:docMk/>
            <pc:sldMk cId="0" sldId="290"/>
            <ac:picMk id="9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5:59:17.831" v="80" actId="5793"/>
        <pc:sldMkLst>
          <pc:docMk/>
          <pc:sldMk cId="0" sldId="291"/>
        </pc:sldMkLst>
        <pc:spChg chg="mod">
          <ac:chgData name="AKHIL ANSARI SHAIK MOHAMMAD" userId="06e0153983daf652" providerId="LiveId" clId="{23D7EDC8-956A-4F76-86F7-978E28AA4E82}" dt="2026-03-05T05:59:17.831" v="80" actId="5793"/>
          <ac:spMkLst>
            <pc:docMk/>
            <pc:sldMk cId="0" sldId="291"/>
            <ac:spMk id="8" creationId="{00000000-0000-0000-0000-000000000000}"/>
          </ac:spMkLst>
        </pc:spChg>
        <pc:picChg chg="add del mod">
          <ac:chgData name="AKHIL ANSARI SHAIK MOHAMMAD" userId="06e0153983daf652" providerId="LiveId" clId="{23D7EDC8-956A-4F76-86F7-978E28AA4E82}" dt="2026-03-05T05:55:58.136" v="61" actId="21"/>
          <ac:picMkLst>
            <pc:docMk/>
            <pc:sldMk cId="0" sldId="291"/>
            <ac:picMk id="3" creationId="{FA967C5D-C14C-FAEA-1DD5-7FA9F9A44DC8}"/>
          </ac:picMkLst>
        </pc:picChg>
        <pc:picChg chg="del">
          <ac:chgData name="AKHIL ANSARI SHAIK MOHAMMAD" userId="06e0153983daf652" providerId="LiveId" clId="{23D7EDC8-956A-4F76-86F7-978E28AA4E82}" dt="2026-03-05T05:41:43.855" v="9" actId="21"/>
          <ac:picMkLst>
            <pc:docMk/>
            <pc:sldMk cId="0" sldId="291"/>
            <ac:picMk id="5" creationId="{9120848B-B2B4-45BE-A961-AEC0B06CF41B}"/>
          </ac:picMkLst>
        </pc:picChg>
        <pc:picChg chg="add mod">
          <ac:chgData name="AKHIL ANSARI SHAIK MOHAMMAD" userId="06e0153983daf652" providerId="LiveId" clId="{23D7EDC8-956A-4F76-86F7-978E28AA4E82}" dt="2026-03-05T05:49:38.015" v="21" actId="1076"/>
          <ac:picMkLst>
            <pc:docMk/>
            <pc:sldMk cId="0" sldId="291"/>
            <ac:picMk id="6" creationId="{436AFBA7-BD28-0CD6-1180-E95B4EBA39D8}"/>
          </ac:picMkLst>
        </pc:picChg>
        <pc:picChg chg="add del mod">
          <ac:chgData name="AKHIL ANSARI SHAIK MOHAMMAD" userId="06e0153983daf652" providerId="LiveId" clId="{23D7EDC8-956A-4F76-86F7-978E28AA4E82}" dt="2026-03-05T05:55:01.143" v="56" actId="21"/>
          <ac:picMkLst>
            <pc:docMk/>
            <pc:sldMk cId="0" sldId="291"/>
            <ac:picMk id="7" creationId="{B05E2985-D143-2035-78F4-A3B64B9F5BC0}"/>
          </ac:picMkLst>
        </pc:picChg>
        <pc:picChg chg="add del mod">
          <ac:chgData name="AKHIL ANSARI SHAIK MOHAMMAD" userId="06e0153983daf652" providerId="LiveId" clId="{23D7EDC8-956A-4F76-86F7-978E28AA4E82}" dt="2026-03-05T05:58:20.590" v="67" actId="21"/>
          <ac:picMkLst>
            <pc:docMk/>
            <pc:sldMk cId="0" sldId="291"/>
            <ac:picMk id="9" creationId="{46DA1151-DD6B-97BC-108B-D9CF8ACCF277}"/>
          </ac:picMkLst>
        </pc:picChg>
        <pc:picChg chg="add mod">
          <ac:chgData name="AKHIL ANSARI SHAIK MOHAMMAD" userId="06e0153983daf652" providerId="LiveId" clId="{23D7EDC8-956A-4F76-86F7-978E28AA4E82}" dt="2026-03-05T05:58:23.303" v="68" actId="1076"/>
          <ac:picMkLst>
            <pc:docMk/>
            <pc:sldMk cId="0" sldId="291"/>
            <ac:picMk id="12" creationId="{F4425FBA-3262-25A5-E715-8E76E25A6BAC}"/>
          </ac:picMkLst>
        </pc:picChg>
        <pc:picChg chg="del mod">
          <ac:chgData name="AKHIL ANSARI SHAIK MOHAMMAD" userId="06e0153983daf652" providerId="LiveId" clId="{23D7EDC8-956A-4F76-86F7-978E28AA4E82}" dt="2026-03-05T05:49:33.841" v="20" actId="21"/>
          <ac:picMkLst>
            <pc:docMk/>
            <pc:sldMk cId="0" sldId="291"/>
            <ac:picMk id="1026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6:01:15.557" v="102" actId="1076"/>
        <pc:sldMkLst>
          <pc:docMk/>
          <pc:sldMk cId="3753387913" sldId="293"/>
        </pc:sldMkLst>
        <pc:spChg chg="mod">
          <ac:chgData name="AKHIL ANSARI SHAIK MOHAMMAD" userId="06e0153983daf652" providerId="LiveId" clId="{23D7EDC8-956A-4F76-86F7-978E28AA4E82}" dt="2026-03-05T06:00:28.552" v="93"/>
          <ac:spMkLst>
            <pc:docMk/>
            <pc:sldMk cId="3753387913" sldId="293"/>
            <ac:spMk id="7" creationId="{00000000-0000-0000-0000-000000000000}"/>
          </ac:spMkLst>
        </pc:spChg>
        <pc:picChg chg="add mod">
          <ac:chgData name="AKHIL ANSARI SHAIK MOHAMMAD" userId="06e0153983daf652" providerId="LiveId" clId="{23D7EDC8-956A-4F76-86F7-978E28AA4E82}" dt="2026-03-05T06:01:15.557" v="102" actId="1076"/>
          <ac:picMkLst>
            <pc:docMk/>
            <pc:sldMk cId="3753387913" sldId="293"/>
            <ac:picMk id="2" creationId="{A7240557-D38A-3DFA-C543-B497A2800303}"/>
          </ac:picMkLst>
        </pc:picChg>
        <pc:picChg chg="del">
          <ac:chgData name="AKHIL ANSARI SHAIK MOHAMMAD" userId="06e0153983daf652" providerId="LiveId" clId="{23D7EDC8-956A-4F76-86F7-978E28AA4E82}" dt="2026-03-05T05:51:08.471" v="36" actId="21"/>
          <ac:picMkLst>
            <pc:docMk/>
            <pc:sldMk cId="3753387913" sldId="293"/>
            <ac:picMk id="9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6:00:35.997" v="95"/>
        <pc:sldMkLst>
          <pc:docMk/>
          <pc:sldMk cId="2997144140" sldId="294"/>
        </pc:sldMkLst>
        <pc:spChg chg="mod">
          <ac:chgData name="AKHIL ANSARI SHAIK MOHAMMAD" userId="06e0153983daf652" providerId="LiveId" clId="{23D7EDC8-956A-4F76-86F7-978E28AA4E82}" dt="2026-03-05T06:00:35.997" v="95"/>
          <ac:spMkLst>
            <pc:docMk/>
            <pc:sldMk cId="2997144140" sldId="294"/>
            <ac:spMk id="7" creationId="{00000000-0000-0000-0000-000000000000}"/>
          </ac:spMkLst>
        </pc:spChg>
        <pc:picChg chg="add mod">
          <ac:chgData name="AKHIL ANSARI SHAIK MOHAMMAD" userId="06e0153983daf652" providerId="LiveId" clId="{23D7EDC8-956A-4F76-86F7-978E28AA4E82}" dt="2026-03-05T05:51:30.680" v="41" actId="1076"/>
          <ac:picMkLst>
            <pc:docMk/>
            <pc:sldMk cId="2997144140" sldId="294"/>
            <ac:picMk id="2" creationId="{ADFBFB97-B28C-C7E7-7A75-C8869908B5DA}"/>
          </ac:picMkLst>
        </pc:picChg>
        <pc:picChg chg="del">
          <ac:chgData name="AKHIL ANSARI SHAIK MOHAMMAD" userId="06e0153983daf652" providerId="LiveId" clId="{23D7EDC8-956A-4F76-86F7-978E28AA4E82}" dt="2026-03-05T05:51:26.926" v="40" actId="21"/>
          <ac:picMkLst>
            <pc:docMk/>
            <pc:sldMk cId="2997144140" sldId="294"/>
            <ac:picMk id="9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6:01:25.428" v="103" actId="1076"/>
        <pc:sldMkLst>
          <pc:docMk/>
          <pc:sldMk cId="3916788613" sldId="296"/>
        </pc:sldMkLst>
        <pc:spChg chg="mod">
          <ac:chgData name="AKHIL ANSARI SHAIK MOHAMMAD" userId="06e0153983daf652" providerId="LiveId" clId="{23D7EDC8-956A-4F76-86F7-978E28AA4E82}" dt="2026-03-05T06:00:43.273" v="97"/>
          <ac:spMkLst>
            <pc:docMk/>
            <pc:sldMk cId="3916788613" sldId="296"/>
            <ac:spMk id="7" creationId="{00000000-0000-0000-0000-000000000000}"/>
          </ac:spMkLst>
        </pc:spChg>
        <pc:picChg chg="add mod">
          <ac:chgData name="AKHIL ANSARI SHAIK MOHAMMAD" userId="06e0153983daf652" providerId="LiveId" clId="{23D7EDC8-956A-4F76-86F7-978E28AA4E82}" dt="2026-03-05T06:01:25.428" v="103" actId="1076"/>
          <ac:picMkLst>
            <pc:docMk/>
            <pc:sldMk cId="3916788613" sldId="296"/>
            <ac:picMk id="2" creationId="{45512101-EC9B-6767-77DE-A8795D042F7C}"/>
          </ac:picMkLst>
        </pc:picChg>
        <pc:picChg chg="del">
          <ac:chgData name="AKHIL ANSARI SHAIK MOHAMMAD" userId="06e0153983daf652" providerId="LiveId" clId="{23D7EDC8-956A-4F76-86F7-978E28AA4E82}" dt="2026-03-05T05:51:39.964" v="42" actId="21"/>
          <ac:picMkLst>
            <pc:docMk/>
            <pc:sldMk cId="3916788613" sldId="296"/>
            <ac:picMk id="11" creationId="{00000000-0000-0000-0000-000000000000}"/>
          </ac:picMkLst>
        </pc:picChg>
      </pc:sldChg>
      <pc:sldChg chg="addSp delSp modSp mod">
        <pc:chgData name="AKHIL ANSARI SHAIK MOHAMMAD" userId="06e0153983daf652" providerId="LiveId" clId="{23D7EDC8-956A-4F76-86F7-978E28AA4E82}" dt="2026-03-05T06:01:30.722" v="104" actId="1076"/>
        <pc:sldMkLst>
          <pc:docMk/>
          <pc:sldMk cId="1588084416" sldId="297"/>
        </pc:sldMkLst>
        <pc:spChg chg="mod">
          <ac:chgData name="AKHIL ANSARI SHAIK MOHAMMAD" userId="06e0153983daf652" providerId="LiveId" clId="{23D7EDC8-956A-4F76-86F7-978E28AA4E82}" dt="2026-03-05T06:00:52.366" v="99"/>
          <ac:spMkLst>
            <pc:docMk/>
            <pc:sldMk cId="1588084416" sldId="297"/>
            <ac:spMk id="7" creationId="{00000000-0000-0000-0000-000000000000}"/>
          </ac:spMkLst>
        </pc:spChg>
        <pc:picChg chg="add mod">
          <ac:chgData name="AKHIL ANSARI SHAIK MOHAMMAD" userId="06e0153983daf652" providerId="LiveId" clId="{23D7EDC8-956A-4F76-86F7-978E28AA4E82}" dt="2026-03-05T06:01:30.722" v="104" actId="1076"/>
          <ac:picMkLst>
            <pc:docMk/>
            <pc:sldMk cId="1588084416" sldId="297"/>
            <ac:picMk id="2" creationId="{7C20E5BE-33C6-FAF6-D3FF-84A2D190FA7A}"/>
          </ac:picMkLst>
        </pc:picChg>
        <pc:picChg chg="del">
          <ac:chgData name="AKHIL ANSARI SHAIK MOHAMMAD" userId="06e0153983daf652" providerId="LiveId" clId="{23D7EDC8-956A-4F76-86F7-978E28AA4E82}" dt="2026-03-05T05:52:14.817" v="48" actId="21"/>
          <ac:picMkLst>
            <pc:docMk/>
            <pc:sldMk cId="1588084416" sldId="297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TS – MSME 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6AFBA7-BD28-0CD6-1180-E95B4EBA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382" y="60928"/>
            <a:ext cx="2143377" cy="1175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425FBA-3262-25A5-E715-8E76E25A6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68" y="2076450"/>
            <a:ext cx="2888751" cy="2829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@TS-MSME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837-90AF-16D6-1B40-40D3E3037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477" y="34631"/>
            <a:ext cx="2145978" cy="1176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 TS-MSME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FA1B0-FF91-4483-D431-91D0F027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6269" y="48862"/>
            <a:ext cx="2145978" cy="1176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</a:t>
            </a:r>
            <a:r>
              <a:rPr lang="en-US" dirty="0">
                <a:solidFill>
                  <a:schemeClr val="bg1"/>
                </a:solidFill>
              </a:rPr>
              <a:t> TS-MSME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40557-D38A-3DFA-C543-B497A2800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14" y="29970"/>
            <a:ext cx="214597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</a:t>
            </a:r>
            <a:r>
              <a:rPr lang="en-US" dirty="0">
                <a:solidFill>
                  <a:schemeClr val="bg1"/>
                </a:solidFill>
              </a:rPr>
              <a:t> TS-MSME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FBFB97-B28C-C7E7-7A75-C8869908B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72" y="67598"/>
            <a:ext cx="214597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</a:t>
            </a:r>
            <a:r>
              <a:rPr lang="en-US" dirty="0">
                <a:solidFill>
                  <a:schemeClr val="bg1"/>
                </a:solidFill>
              </a:rPr>
              <a:t> TS-MSME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512101-EC9B-6767-77DE-A8795D04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14" y="67598"/>
            <a:ext cx="214597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</a:t>
            </a:r>
            <a:r>
              <a:rPr lang="en-US" dirty="0">
                <a:solidFill>
                  <a:schemeClr val="bg1"/>
                </a:solidFill>
              </a:rPr>
              <a:t> TS-MSME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20E5BE-33C6-FAF6-D3FF-84A2D190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346" y="25292"/>
            <a:ext cx="214597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7510</TotalTime>
  <Words>331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TS – MSME 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AKHIL ANSARI SHAIK MOHAMMAD</cp:lastModifiedBy>
  <cp:revision>147</cp:revision>
  <dcterms:created xsi:type="dcterms:W3CDTF">2013-12-12T18:46:50Z</dcterms:created>
  <dcterms:modified xsi:type="dcterms:W3CDTF">2026-03-05T06:01:31Z</dcterms:modified>
  <cp:category/>
</cp:coreProperties>
</file>